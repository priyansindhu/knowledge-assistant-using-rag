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5" r:id="rId8"/>
    <p:sldId id="262" r:id="rId9"/>
    <p:sldId id="266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9F11C-71ED-451B-8B2F-EFB27DDD80DF}" v="24" dt="2026-01-21T05:54:06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hu Lakshmananashok" userId="14467e31-2904-44bf-9fdc-b691e10a83dc" providerId="ADAL" clId="{469B056F-805D-4AF6-81F7-F1D7AF44C3C6}"/>
    <pc:docChg chg="undo custSel addSld modSld">
      <pc:chgData name="Sindhu Lakshmananashok" userId="14467e31-2904-44bf-9fdc-b691e10a83dc" providerId="ADAL" clId="{469B056F-805D-4AF6-81F7-F1D7AF44C3C6}" dt="2026-01-21T05:54:29.853" v="613" actId="255"/>
      <pc:docMkLst>
        <pc:docMk/>
      </pc:docMkLst>
      <pc:sldChg chg="modSp mod">
        <pc:chgData name="Sindhu Lakshmananashok" userId="14467e31-2904-44bf-9fdc-b691e10a83dc" providerId="ADAL" clId="{469B056F-805D-4AF6-81F7-F1D7AF44C3C6}" dt="2026-01-21T05:21:56.829" v="18" actId="20577"/>
        <pc:sldMkLst>
          <pc:docMk/>
          <pc:sldMk cId="4203942786" sldId="257"/>
        </pc:sldMkLst>
        <pc:spChg chg="mod">
          <ac:chgData name="Sindhu Lakshmananashok" userId="14467e31-2904-44bf-9fdc-b691e10a83dc" providerId="ADAL" clId="{469B056F-805D-4AF6-81F7-F1D7AF44C3C6}" dt="2026-01-21T05:21:56.829" v="18" actId="20577"/>
          <ac:spMkLst>
            <pc:docMk/>
            <pc:sldMk cId="4203942786" sldId="257"/>
            <ac:spMk id="3" creationId="{5271E5CA-F07A-F8D2-82B1-430BD0803F65}"/>
          </ac:spMkLst>
        </pc:spChg>
      </pc:sldChg>
      <pc:sldChg chg="modSp mod">
        <pc:chgData name="Sindhu Lakshmananashok" userId="14467e31-2904-44bf-9fdc-b691e10a83dc" providerId="ADAL" clId="{469B056F-805D-4AF6-81F7-F1D7AF44C3C6}" dt="2026-01-21T05:41:00.888" v="266" actId="20577"/>
        <pc:sldMkLst>
          <pc:docMk/>
          <pc:sldMk cId="3340828357" sldId="260"/>
        </pc:sldMkLst>
        <pc:spChg chg="mod">
          <ac:chgData name="Sindhu Lakshmananashok" userId="14467e31-2904-44bf-9fdc-b691e10a83dc" providerId="ADAL" clId="{469B056F-805D-4AF6-81F7-F1D7AF44C3C6}" dt="2026-01-21T05:41:00.888" v="266" actId="20577"/>
          <ac:spMkLst>
            <pc:docMk/>
            <pc:sldMk cId="3340828357" sldId="260"/>
            <ac:spMk id="3" creationId="{457E8F45-7A26-A8DE-115E-EF1B21C900A0}"/>
          </ac:spMkLst>
        </pc:spChg>
      </pc:sldChg>
      <pc:sldChg chg="modSp mod">
        <pc:chgData name="Sindhu Lakshmananashok" userId="14467e31-2904-44bf-9fdc-b691e10a83dc" providerId="ADAL" clId="{469B056F-805D-4AF6-81F7-F1D7AF44C3C6}" dt="2026-01-21T05:31:55.358" v="214" actId="20577"/>
        <pc:sldMkLst>
          <pc:docMk/>
          <pc:sldMk cId="534696950" sldId="262"/>
        </pc:sldMkLst>
        <pc:spChg chg="mod">
          <ac:chgData name="Sindhu Lakshmananashok" userId="14467e31-2904-44bf-9fdc-b691e10a83dc" providerId="ADAL" clId="{469B056F-805D-4AF6-81F7-F1D7AF44C3C6}" dt="2026-01-21T05:31:55.358" v="214" actId="20577"/>
          <ac:spMkLst>
            <pc:docMk/>
            <pc:sldMk cId="534696950" sldId="262"/>
            <ac:spMk id="3" creationId="{B45EFF27-97A3-BFCE-744C-76B9E15A8AE4}"/>
          </ac:spMkLst>
        </pc:spChg>
      </pc:sldChg>
      <pc:sldChg chg="addSp delSp modSp mod">
        <pc:chgData name="Sindhu Lakshmananashok" userId="14467e31-2904-44bf-9fdc-b691e10a83dc" providerId="ADAL" clId="{469B056F-805D-4AF6-81F7-F1D7AF44C3C6}" dt="2026-01-21T05:35:42.872" v="256" actId="14100"/>
        <pc:sldMkLst>
          <pc:docMk/>
          <pc:sldMk cId="4190973776" sldId="263"/>
        </pc:sldMkLst>
        <pc:spChg chg="mod">
          <ac:chgData name="Sindhu Lakshmananashok" userId="14467e31-2904-44bf-9fdc-b691e10a83dc" providerId="ADAL" clId="{469B056F-805D-4AF6-81F7-F1D7AF44C3C6}" dt="2026-01-21T05:35:42.872" v="256" actId="14100"/>
          <ac:spMkLst>
            <pc:docMk/>
            <pc:sldMk cId="4190973776" sldId="263"/>
            <ac:spMk id="2" creationId="{C220DD3D-BCE2-145B-541D-B82A7A6A3D19}"/>
          </ac:spMkLst>
        </pc:spChg>
        <pc:spChg chg="del mod">
          <ac:chgData name="Sindhu Lakshmananashok" userId="14467e31-2904-44bf-9fdc-b691e10a83dc" providerId="ADAL" clId="{469B056F-805D-4AF6-81F7-F1D7AF44C3C6}" dt="2026-01-21T05:25:42.356" v="43" actId="478"/>
          <ac:spMkLst>
            <pc:docMk/>
            <pc:sldMk cId="4190973776" sldId="263"/>
            <ac:spMk id="3" creationId="{D12D8E5C-0320-B745-39C7-B7EDB099595D}"/>
          </ac:spMkLst>
        </pc:spChg>
        <pc:spChg chg="add mod">
          <ac:chgData name="Sindhu Lakshmananashok" userId="14467e31-2904-44bf-9fdc-b691e10a83dc" providerId="ADAL" clId="{469B056F-805D-4AF6-81F7-F1D7AF44C3C6}" dt="2026-01-21T05:29:17.080" v="138" actId="1076"/>
          <ac:spMkLst>
            <pc:docMk/>
            <pc:sldMk cId="4190973776" sldId="263"/>
            <ac:spMk id="6" creationId="{C34FA2A0-8421-D509-04D2-0FC533B79B64}"/>
          </ac:spMkLst>
        </pc:spChg>
        <pc:spChg chg="add mod">
          <ac:chgData name="Sindhu Lakshmananashok" userId="14467e31-2904-44bf-9fdc-b691e10a83dc" providerId="ADAL" clId="{469B056F-805D-4AF6-81F7-F1D7AF44C3C6}" dt="2026-01-21T05:31:16.786" v="209" actId="1076"/>
          <ac:spMkLst>
            <pc:docMk/>
            <pc:sldMk cId="4190973776" sldId="263"/>
            <ac:spMk id="11" creationId="{E746B995-BCE4-C834-7EB0-502A73FCFED0}"/>
          </ac:spMkLst>
        </pc:spChg>
        <pc:spChg chg="add del mod">
          <ac:chgData name="Sindhu Lakshmananashok" userId="14467e31-2904-44bf-9fdc-b691e10a83dc" providerId="ADAL" clId="{469B056F-805D-4AF6-81F7-F1D7AF44C3C6}" dt="2026-01-21T05:31:51.709" v="212"/>
          <ac:spMkLst>
            <pc:docMk/>
            <pc:sldMk cId="4190973776" sldId="263"/>
            <ac:spMk id="12" creationId="{AD55F405-7D21-E7A2-3C68-BBC55626F665}"/>
          </ac:spMkLst>
        </pc:spChg>
        <pc:spChg chg="add del mod">
          <ac:chgData name="Sindhu Lakshmananashok" userId="14467e31-2904-44bf-9fdc-b691e10a83dc" providerId="ADAL" clId="{469B056F-805D-4AF6-81F7-F1D7AF44C3C6}" dt="2026-01-21T05:34:24.447" v="245" actId="478"/>
          <ac:spMkLst>
            <pc:docMk/>
            <pc:sldMk cId="4190973776" sldId="263"/>
            <ac:spMk id="13" creationId="{4DC72F94-842F-108E-E7E5-62FE93941770}"/>
          </ac:spMkLst>
        </pc:spChg>
        <pc:spChg chg="add del">
          <ac:chgData name="Sindhu Lakshmananashok" userId="14467e31-2904-44bf-9fdc-b691e10a83dc" providerId="ADAL" clId="{469B056F-805D-4AF6-81F7-F1D7AF44C3C6}" dt="2026-01-21T05:34:24.447" v="245" actId="478"/>
          <ac:spMkLst>
            <pc:docMk/>
            <pc:sldMk cId="4190973776" sldId="263"/>
            <ac:spMk id="14" creationId="{3EBEC892-A485-C8FC-0531-E7ACB629040C}"/>
          </ac:spMkLst>
        </pc:spChg>
        <pc:spChg chg="add mod">
          <ac:chgData name="Sindhu Lakshmananashok" userId="14467e31-2904-44bf-9fdc-b691e10a83dc" providerId="ADAL" clId="{469B056F-805D-4AF6-81F7-F1D7AF44C3C6}" dt="2026-01-21T05:35:34.616" v="255" actId="1076"/>
          <ac:spMkLst>
            <pc:docMk/>
            <pc:sldMk cId="4190973776" sldId="263"/>
            <ac:spMk id="15" creationId="{9F8EB886-04BE-2277-75BD-FFADE9961ACE}"/>
          </ac:spMkLst>
        </pc:spChg>
        <pc:picChg chg="add mod">
          <ac:chgData name="Sindhu Lakshmananashok" userId="14467e31-2904-44bf-9fdc-b691e10a83dc" providerId="ADAL" clId="{469B056F-805D-4AF6-81F7-F1D7AF44C3C6}" dt="2026-01-21T05:28:05.988" v="50" actId="1076"/>
          <ac:picMkLst>
            <pc:docMk/>
            <pc:sldMk cId="4190973776" sldId="263"/>
            <ac:picMk id="5" creationId="{380BB155-9E92-8546-8214-D5F1866275A3}"/>
          </ac:picMkLst>
        </pc:picChg>
        <pc:picChg chg="add mod">
          <ac:chgData name="Sindhu Lakshmananashok" userId="14467e31-2904-44bf-9fdc-b691e10a83dc" providerId="ADAL" clId="{469B056F-805D-4AF6-81F7-F1D7AF44C3C6}" dt="2026-01-21T05:30:25.195" v="143" actId="1076"/>
          <ac:picMkLst>
            <pc:docMk/>
            <pc:sldMk cId="4190973776" sldId="263"/>
            <ac:picMk id="8" creationId="{ECFD7044-D6F9-4493-5F61-0D18E49FA144}"/>
          </ac:picMkLst>
        </pc:picChg>
        <pc:picChg chg="add del">
          <ac:chgData name="Sindhu Lakshmananashok" userId="14467e31-2904-44bf-9fdc-b691e10a83dc" providerId="ADAL" clId="{469B056F-805D-4AF6-81F7-F1D7AF44C3C6}" dt="2026-01-21T05:30:30.896" v="145" actId="478"/>
          <ac:picMkLst>
            <pc:docMk/>
            <pc:sldMk cId="4190973776" sldId="263"/>
            <ac:picMk id="10" creationId="{A08F697C-BE68-563B-47B7-355596B68EE8}"/>
          </ac:picMkLst>
        </pc:picChg>
      </pc:sldChg>
      <pc:sldChg chg="addSp delSp modSp new mod">
        <pc:chgData name="Sindhu Lakshmananashok" userId="14467e31-2904-44bf-9fdc-b691e10a83dc" providerId="ADAL" clId="{469B056F-805D-4AF6-81F7-F1D7AF44C3C6}" dt="2026-01-21T05:23:22.643" v="41" actId="1076"/>
        <pc:sldMkLst>
          <pc:docMk/>
          <pc:sldMk cId="4278533602" sldId="264"/>
        </pc:sldMkLst>
        <pc:spChg chg="mod">
          <ac:chgData name="Sindhu Lakshmananashok" userId="14467e31-2904-44bf-9fdc-b691e10a83dc" providerId="ADAL" clId="{469B056F-805D-4AF6-81F7-F1D7AF44C3C6}" dt="2026-01-21T05:22:05.528" v="28" actId="20577"/>
          <ac:spMkLst>
            <pc:docMk/>
            <pc:sldMk cId="4278533602" sldId="264"/>
            <ac:spMk id="2" creationId="{A51A07A0-0A44-CC79-FCFA-1B1FA2424279}"/>
          </ac:spMkLst>
        </pc:spChg>
        <pc:spChg chg="del">
          <ac:chgData name="Sindhu Lakshmananashok" userId="14467e31-2904-44bf-9fdc-b691e10a83dc" providerId="ADAL" clId="{469B056F-805D-4AF6-81F7-F1D7AF44C3C6}" dt="2026-01-21T05:23:01.795" v="29"/>
          <ac:spMkLst>
            <pc:docMk/>
            <pc:sldMk cId="4278533602" sldId="264"/>
            <ac:spMk id="3" creationId="{F8016C87-3798-EB8C-1963-7126743014CD}"/>
          </ac:spMkLst>
        </pc:spChg>
        <pc:spChg chg="add mod">
          <ac:chgData name="Sindhu Lakshmananashok" userId="14467e31-2904-44bf-9fdc-b691e10a83dc" providerId="ADAL" clId="{469B056F-805D-4AF6-81F7-F1D7AF44C3C6}" dt="2026-01-21T05:23:22.643" v="41" actId="1076"/>
          <ac:spMkLst>
            <pc:docMk/>
            <pc:sldMk cId="4278533602" sldId="264"/>
            <ac:spMk id="4" creationId="{8CE6543E-E335-60A0-1E0B-661E014A1A06}"/>
          </ac:spMkLst>
        </pc:spChg>
      </pc:sldChg>
      <pc:sldChg chg="addSp modSp new mod">
        <pc:chgData name="Sindhu Lakshmananashok" userId="14467e31-2904-44bf-9fdc-b691e10a83dc" providerId="ADAL" clId="{469B056F-805D-4AF6-81F7-F1D7AF44C3C6}" dt="2026-01-21T05:43:19.841" v="369" actId="14100"/>
        <pc:sldMkLst>
          <pc:docMk/>
          <pc:sldMk cId="1152117462" sldId="265"/>
        </pc:sldMkLst>
        <pc:spChg chg="add mod">
          <ac:chgData name="Sindhu Lakshmananashok" userId="14467e31-2904-44bf-9fdc-b691e10a83dc" providerId="ADAL" clId="{469B056F-805D-4AF6-81F7-F1D7AF44C3C6}" dt="2026-01-21T05:42:21.650" v="299" actId="1076"/>
          <ac:spMkLst>
            <pc:docMk/>
            <pc:sldMk cId="1152117462" sldId="265"/>
            <ac:spMk id="8" creationId="{F1F29F86-6EE0-7E18-FD36-D74C459F9AAC}"/>
          </ac:spMkLst>
        </pc:spChg>
        <pc:spChg chg="add mod">
          <ac:chgData name="Sindhu Lakshmananashok" userId="14467e31-2904-44bf-9fdc-b691e10a83dc" providerId="ADAL" clId="{469B056F-805D-4AF6-81F7-F1D7AF44C3C6}" dt="2026-01-21T05:42:40.927" v="331" actId="1076"/>
          <ac:spMkLst>
            <pc:docMk/>
            <pc:sldMk cId="1152117462" sldId="265"/>
            <ac:spMk id="9" creationId="{93B537F3-8743-7122-D794-648F6766F6E4}"/>
          </ac:spMkLst>
        </pc:spChg>
        <pc:spChg chg="add mod">
          <ac:chgData name="Sindhu Lakshmananashok" userId="14467e31-2904-44bf-9fdc-b691e10a83dc" providerId="ADAL" clId="{469B056F-805D-4AF6-81F7-F1D7AF44C3C6}" dt="2026-01-21T05:43:19.841" v="369" actId="14100"/>
          <ac:spMkLst>
            <pc:docMk/>
            <pc:sldMk cId="1152117462" sldId="265"/>
            <ac:spMk id="10" creationId="{C596D4A7-58D3-D025-E217-5F737406BBFF}"/>
          </ac:spMkLst>
        </pc:spChg>
        <pc:picChg chg="add mod">
          <ac:chgData name="Sindhu Lakshmananashok" userId="14467e31-2904-44bf-9fdc-b691e10a83dc" providerId="ADAL" clId="{469B056F-805D-4AF6-81F7-F1D7AF44C3C6}" dt="2026-01-21T05:39:43.187" v="261" actId="14100"/>
          <ac:picMkLst>
            <pc:docMk/>
            <pc:sldMk cId="1152117462" sldId="265"/>
            <ac:picMk id="3" creationId="{6D9D92DF-19F6-321A-FA90-DDDD2BFF07DB}"/>
          </ac:picMkLst>
        </pc:picChg>
        <pc:picChg chg="add mod">
          <ac:chgData name="Sindhu Lakshmananashok" userId="14467e31-2904-44bf-9fdc-b691e10a83dc" providerId="ADAL" clId="{469B056F-805D-4AF6-81F7-F1D7AF44C3C6}" dt="2026-01-21T05:41:47.725" v="268" actId="1076"/>
          <ac:picMkLst>
            <pc:docMk/>
            <pc:sldMk cId="1152117462" sldId="265"/>
            <ac:picMk id="5" creationId="{FABEC3DF-87B7-526B-6362-4968AF580B27}"/>
          </ac:picMkLst>
        </pc:picChg>
        <pc:picChg chg="add mod">
          <ac:chgData name="Sindhu Lakshmananashok" userId="14467e31-2904-44bf-9fdc-b691e10a83dc" providerId="ADAL" clId="{469B056F-805D-4AF6-81F7-F1D7AF44C3C6}" dt="2026-01-21T05:42:52.052" v="333" actId="1076"/>
          <ac:picMkLst>
            <pc:docMk/>
            <pc:sldMk cId="1152117462" sldId="265"/>
            <ac:picMk id="7" creationId="{39EBA278-E61D-B514-7702-65507CCEE205}"/>
          </ac:picMkLst>
        </pc:picChg>
      </pc:sldChg>
      <pc:sldChg chg="addSp modSp new mod">
        <pc:chgData name="Sindhu Lakshmananashok" userId="14467e31-2904-44bf-9fdc-b691e10a83dc" providerId="ADAL" clId="{469B056F-805D-4AF6-81F7-F1D7AF44C3C6}" dt="2026-01-21T05:53:18.679" v="598" actId="14100"/>
        <pc:sldMkLst>
          <pc:docMk/>
          <pc:sldMk cId="3447006684" sldId="266"/>
        </pc:sldMkLst>
        <pc:spChg chg="add mod">
          <ac:chgData name="Sindhu Lakshmananashok" userId="14467e31-2904-44bf-9fdc-b691e10a83dc" providerId="ADAL" clId="{469B056F-805D-4AF6-81F7-F1D7AF44C3C6}" dt="2026-01-21T05:47:28.975" v="450" actId="1076"/>
          <ac:spMkLst>
            <pc:docMk/>
            <pc:sldMk cId="3447006684" sldId="266"/>
            <ac:spMk id="9" creationId="{2BA0E521-F0F0-7D1D-7553-B033A02AE044}"/>
          </ac:spMkLst>
        </pc:spChg>
        <pc:spChg chg="add mod">
          <ac:chgData name="Sindhu Lakshmananashok" userId="14467e31-2904-44bf-9fdc-b691e10a83dc" providerId="ADAL" clId="{469B056F-805D-4AF6-81F7-F1D7AF44C3C6}" dt="2026-01-21T05:49:45.191" v="539" actId="1076"/>
          <ac:spMkLst>
            <pc:docMk/>
            <pc:sldMk cId="3447006684" sldId="266"/>
            <ac:spMk id="11" creationId="{E083154A-4C31-6231-4B02-55DE503E9EFB}"/>
          </ac:spMkLst>
        </pc:spChg>
        <pc:spChg chg="add mod">
          <ac:chgData name="Sindhu Lakshmananashok" userId="14467e31-2904-44bf-9fdc-b691e10a83dc" providerId="ADAL" clId="{469B056F-805D-4AF6-81F7-F1D7AF44C3C6}" dt="2026-01-21T05:52:38.886" v="549"/>
          <ac:spMkLst>
            <pc:docMk/>
            <pc:sldMk cId="3447006684" sldId="266"/>
            <ac:spMk id="13" creationId="{2E0D0A73-7890-F1B7-40C3-EF0546A01A26}"/>
          </ac:spMkLst>
        </pc:spChg>
        <pc:spChg chg="add mod">
          <ac:chgData name="Sindhu Lakshmananashok" userId="14467e31-2904-44bf-9fdc-b691e10a83dc" providerId="ADAL" clId="{469B056F-805D-4AF6-81F7-F1D7AF44C3C6}" dt="2026-01-21T05:53:09.583" v="596" actId="20577"/>
          <ac:spMkLst>
            <pc:docMk/>
            <pc:sldMk cId="3447006684" sldId="266"/>
            <ac:spMk id="16" creationId="{40C5F2CC-9691-9355-2C06-9C9CA8F45023}"/>
          </ac:spMkLst>
        </pc:spChg>
        <pc:picChg chg="add mod">
          <ac:chgData name="Sindhu Lakshmananashok" userId="14467e31-2904-44bf-9fdc-b691e10a83dc" providerId="ADAL" clId="{469B056F-805D-4AF6-81F7-F1D7AF44C3C6}" dt="2026-01-21T05:44:06.220" v="372" actId="1076"/>
          <ac:picMkLst>
            <pc:docMk/>
            <pc:sldMk cId="3447006684" sldId="266"/>
            <ac:picMk id="3" creationId="{432C555B-B491-7EE7-84E3-D56E60FE0D58}"/>
          </ac:picMkLst>
        </pc:picChg>
        <pc:picChg chg="add mod">
          <ac:chgData name="Sindhu Lakshmananashok" userId="14467e31-2904-44bf-9fdc-b691e10a83dc" providerId="ADAL" clId="{469B056F-805D-4AF6-81F7-F1D7AF44C3C6}" dt="2026-01-21T05:49:48.025" v="540" actId="1076"/>
          <ac:picMkLst>
            <pc:docMk/>
            <pc:sldMk cId="3447006684" sldId="266"/>
            <ac:picMk id="5" creationId="{5AB3C34B-6629-65B2-AB70-DC93F2CF861C}"/>
          </ac:picMkLst>
        </pc:picChg>
        <pc:picChg chg="add mod">
          <ac:chgData name="Sindhu Lakshmananashok" userId="14467e31-2904-44bf-9fdc-b691e10a83dc" providerId="ADAL" clId="{469B056F-805D-4AF6-81F7-F1D7AF44C3C6}" dt="2026-01-21T05:45:35.776" v="379" actId="1076"/>
          <ac:picMkLst>
            <pc:docMk/>
            <pc:sldMk cId="3447006684" sldId="266"/>
            <ac:picMk id="7" creationId="{F3882691-EA02-C86B-F273-7C73667DA9D9}"/>
          </ac:picMkLst>
        </pc:picChg>
        <pc:picChg chg="add mod">
          <ac:chgData name="Sindhu Lakshmananashok" userId="14467e31-2904-44bf-9fdc-b691e10a83dc" providerId="ADAL" clId="{469B056F-805D-4AF6-81F7-F1D7AF44C3C6}" dt="2026-01-21T05:53:18.679" v="598" actId="14100"/>
          <ac:picMkLst>
            <pc:docMk/>
            <pc:sldMk cId="3447006684" sldId="266"/>
            <ac:picMk id="15" creationId="{6097C8F2-B3F8-77D5-DA0E-18EA8D95DB61}"/>
          </ac:picMkLst>
        </pc:picChg>
      </pc:sldChg>
      <pc:sldChg chg="addSp modSp new mod setBg">
        <pc:chgData name="Sindhu Lakshmananashok" userId="14467e31-2904-44bf-9fdc-b691e10a83dc" providerId="ADAL" clId="{469B056F-805D-4AF6-81F7-F1D7AF44C3C6}" dt="2026-01-21T05:54:29.853" v="613" actId="255"/>
        <pc:sldMkLst>
          <pc:docMk/>
          <pc:sldMk cId="456969268" sldId="267"/>
        </pc:sldMkLst>
        <pc:spChg chg="add mod">
          <ac:chgData name="Sindhu Lakshmananashok" userId="14467e31-2904-44bf-9fdc-b691e10a83dc" providerId="ADAL" clId="{469B056F-805D-4AF6-81F7-F1D7AF44C3C6}" dt="2026-01-21T05:54:29.853" v="613" actId="255"/>
          <ac:spMkLst>
            <pc:docMk/>
            <pc:sldMk cId="456969268" sldId="267"/>
            <ac:spMk id="2" creationId="{F0A44568-5FC0-5B88-6339-31A9A1D7538A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7" creationId="{09588DA8-065E-4F6F-8EFD-43104AB2E0CF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9" creationId="{C4285719-470E-454C-AF62-8323075F1F5B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11" creationId="{CD9FE4EF-C4D8-49A0-B2FF-81D8DB7D8A24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13" creationId="{4300840D-0A0B-4512-BACA-B439D5B9C57C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15" creationId="{D2B78728-A580-49A7-84F9-6EF6F583ADE0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17" creationId="{38FAA1A1-D861-433F-88FA-1E9D6FD31D11}"/>
          </ac:spMkLst>
        </pc:spChg>
        <pc:spChg chg="add">
          <ac:chgData name="Sindhu Lakshmananashok" userId="14467e31-2904-44bf-9fdc-b691e10a83dc" providerId="ADAL" clId="{469B056F-805D-4AF6-81F7-F1D7AF44C3C6}" dt="2026-01-21T05:54:20.771" v="611" actId="26606"/>
          <ac:spMkLst>
            <pc:docMk/>
            <pc:sldMk cId="456969268" sldId="267"/>
            <ac:spMk id="19" creationId="{8D71EDA1-87BF-4D5D-AB79-F346FD1927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A19E-4383-CB9A-F50C-B5FEB0DDE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617D6-F76E-DCA8-C1A8-02EB6B809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EF2C7-9A3F-00D3-6667-5B105358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8E4B0-F23F-6E64-46CF-C27A7D04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4615B-A44D-B85A-8F16-721910B9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5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2DDD-2491-A762-6BC7-B4AB2A4B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0379-AD52-608A-B298-3CE2C5EF3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563A-D2F0-F3CD-1EB7-512B5F25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DFA4-20DD-8E2A-0BC0-60EC06D3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8489-76C3-A4AC-D573-A90A5469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7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B76F-242F-C767-5ED3-4A70AF67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EB6DB-F423-4E8D-7947-EE01C798E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0E011-87DD-F59D-D086-B97AC80F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E0777-9FF4-5E06-A37E-FC08F650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9F1A-C36F-9591-876B-86408DF8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4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7B8F-31F8-B801-0677-A9A4483B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2D47-C956-40FC-BC58-3E9888B44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97FFB-F4EC-9C3F-C2CF-3104B667D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0BE34-9F16-3FCF-8EA8-CFE5B7FE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DD0B7-7099-3F97-17C0-7CF2764C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70353-ED7C-01A2-AAB0-FBAFE793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DFF0-CFC3-3ED3-7A7A-2CC27D31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D73BC-226E-FDCB-FEDC-93FCCD354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76231-3886-3A05-A961-3181337B2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F91C3-7DA2-B354-154E-2468509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5E312-651D-477B-D5B1-621509C59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F81A1-1BE8-2102-2120-9616F66D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34E43-F220-0D38-A32E-F518E003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41A9B-4F15-C7B5-3F13-4C28A448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4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28E8-EF87-C34D-18F2-D4941640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ABB49-ED47-4906-7C5A-18780D39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B58A2-84C8-9A1D-C5A0-2488FDD8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2C82F-B472-883B-3E5A-6C3BC4B5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7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695CF-C205-0B65-33D4-87B937F7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56D60-9D90-638A-67A1-1C99C050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03E9B-1CF1-E88C-702A-3B88C441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1BA7-3D72-248B-7C3C-4F39226C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9186F-94A1-74BE-F13A-BD0F8459F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F9D17-E8AC-C050-797B-6CBAE3D83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74533-E3A5-8815-EA49-60C714A6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34F68-4D02-667E-90E8-4ACC894D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87B93-D4E5-3A05-747E-990DD3D0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8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34BC-2783-2508-0F8B-86694EA5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F3BF0-5B8D-98E3-2E86-19E0CD72A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8DBEF-2B94-E127-D67F-A5A5E75E6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E12B3-BF29-F10F-01CD-554DFB40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DEFC-4277-18A1-F1B1-99839F09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D46B-1543-E6B9-8550-439BC6A6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6519-B074-A303-C4E2-9CFD7090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CC192-3229-03F3-BFE1-61EE31176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07C42-572E-4716-B3F8-6C4C0F75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CF1C-E169-EA35-BE01-9DA226B9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3785E-FEF7-71FC-70E9-051DF14D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2F0BC-1099-958B-3A92-AA22B9BD1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14232-1D0E-FE92-CD03-8F939EBCD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6A55F-E964-6CA3-8620-54D8CC72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1718B-23C6-808A-ED27-B856E9CC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7C52A-E8C3-3275-B24A-57BC0254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15E81-FFF1-C6BA-504C-85A8F358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041B0-C4C9-8996-DCC2-81E4FF23B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B5B2-64B0-BD99-359E-166FF8999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10C4C-91C3-40E2-8615-24F350AAEF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AF2AB-7917-9869-768D-A1752E132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53790-87F9-1BBB-C1E0-7F27191EE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26D51-7AA1-4FB3-B521-25C8DC59C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0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1B6EF-F1B8-E20D-BC6C-506A8CC08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1028" y="295019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Knowledge Assistant using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77F4E-0BAD-6311-A7DE-2231E2B32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8980" y="5589763"/>
            <a:ext cx="1488982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By,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Sindhu L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3AA66858-471B-E376-065E-447B5706E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617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03D2C-35E5-D7FB-6507-E63E90CB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E5CA-F07A-F8D2-82B1-430BD080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Problem Statement</a:t>
            </a:r>
          </a:p>
          <a:p>
            <a:r>
              <a:rPr lang="en-US" sz="2000" dirty="0"/>
              <a:t>Why RAG</a:t>
            </a:r>
          </a:p>
          <a:p>
            <a:r>
              <a:rPr lang="en-US" sz="2000" dirty="0"/>
              <a:t>Approach</a:t>
            </a:r>
          </a:p>
          <a:p>
            <a:r>
              <a:rPr lang="en-US" sz="2000" dirty="0"/>
              <a:t>Ingestion Pipeline</a:t>
            </a:r>
          </a:p>
          <a:p>
            <a:r>
              <a:rPr lang="en-US" sz="2000" dirty="0"/>
              <a:t>Retrieval Pipeline</a:t>
            </a:r>
          </a:p>
          <a:p>
            <a:r>
              <a:rPr lang="en-US" sz="2000" dirty="0"/>
              <a:t>Results</a:t>
            </a:r>
          </a:p>
          <a:p>
            <a:r>
              <a:rPr lang="en-US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0394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B9F08-4BE2-7107-FBEF-FDE53A9E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05981995-E0B6-50CD-E5E8-924C1C630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project aims to build a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Retrieval-Augmented Generation (RAG) based Knowledge Assistant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using open-source tools that retrieves relevant document content before generating responses.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system ensures that answers are generated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strictly from the provided documents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by implementing a complete RAG pipeline, including ingestion, embedding, vector search, and response generation.</a:t>
            </a:r>
          </a:p>
        </p:txBody>
      </p:sp>
    </p:spTree>
    <p:extLst>
      <p:ext uri="{BB962C8B-B14F-4D97-AF65-F5344CB8AC3E}">
        <p14:creationId xmlns:p14="http://schemas.microsoft.com/office/powerpoint/2010/main" val="296476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69551-D4B6-03ED-9CBC-EB416835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RAG?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2B9D56-1FFB-F043-D912-5E751942E3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LLMs generate answers from learned patterns, not from specific documents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making them prone to hallucinations and weak document grounding.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LLMs struggle to handle large, domain-specific knowledge bases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and cannot reliably identify the most relevant context for a query.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RAG retrieves and injects relevant document context before generation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enabling accurate, grounded, and domain-specific responses.</a:t>
            </a:r>
          </a:p>
        </p:txBody>
      </p:sp>
    </p:spTree>
    <p:extLst>
      <p:ext uri="{BB962C8B-B14F-4D97-AF65-F5344CB8AC3E}">
        <p14:creationId xmlns:p14="http://schemas.microsoft.com/office/powerpoint/2010/main" val="340010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0714-363C-66B4-338A-065FA9F8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B824C-738B-B6F4-6ABB-3F1C80341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6061"/>
            <a:ext cx="3120851" cy="5960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Ingestion Pipeline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C9EC121-4273-EA66-7CC1-1D9FA996CE9A}"/>
              </a:ext>
            </a:extLst>
          </p:cNvPr>
          <p:cNvSpPr txBox="1">
            <a:spLocks/>
          </p:cNvSpPr>
          <p:nvPr/>
        </p:nvSpPr>
        <p:spPr>
          <a:xfrm>
            <a:off x="838200" y="3749884"/>
            <a:ext cx="3120851" cy="596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Retrieval Pipeline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A9BD4DE7-8D5F-163A-B946-F70399B7F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7" y="2364606"/>
            <a:ext cx="9556955" cy="321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80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C176-DA19-A1A0-5BE2-9E9B5548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Ingestion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E8F45-7A26-A8DE-115E-EF1B21C90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93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Framework</a:t>
            </a:r>
          </a:p>
          <a:p>
            <a:pPr lvl="1"/>
            <a:r>
              <a:rPr lang="en-US" b="1" dirty="0" err="1"/>
              <a:t>LangChain</a:t>
            </a:r>
            <a:r>
              <a:rPr lang="en-US" dirty="0"/>
              <a:t>: Orchestrates the end-to-end RAG pipeline, integrating document loading, chunking, embedding, and retrieval.</a:t>
            </a:r>
          </a:p>
          <a:p>
            <a:pPr marL="0" indent="0">
              <a:buNone/>
            </a:pPr>
            <a:r>
              <a:rPr lang="en-US" b="1" dirty="0"/>
              <a:t> Chunking</a:t>
            </a:r>
          </a:p>
          <a:p>
            <a:pPr lvl="1"/>
            <a:r>
              <a:rPr lang="en-US" b="1" dirty="0" err="1"/>
              <a:t>RecursiveCharacterTextSplitter</a:t>
            </a:r>
            <a:r>
              <a:rPr lang="en-US" b="1" dirty="0"/>
              <a:t> (</a:t>
            </a:r>
            <a:r>
              <a:rPr lang="en-US" b="1" dirty="0" err="1"/>
              <a:t>LangChain</a:t>
            </a:r>
            <a:r>
              <a:rPr lang="en-US" b="1" dirty="0"/>
              <a:t>)</a:t>
            </a:r>
            <a:r>
              <a:rPr lang="en-US" dirty="0"/>
              <a:t>: Performs context-aware, hierarchical text splitting to preserve semantic coherence.</a:t>
            </a:r>
          </a:p>
          <a:p>
            <a:pPr marL="0" indent="0">
              <a:buNone/>
            </a:pPr>
            <a:r>
              <a:rPr lang="en-US" b="1" dirty="0"/>
              <a:t> Embeddings</a:t>
            </a:r>
          </a:p>
          <a:p>
            <a:pPr lvl="1"/>
            <a:r>
              <a:rPr lang="en-US" b="1" dirty="0"/>
              <a:t>Sentence Transformers (via Hugging Face in </a:t>
            </a:r>
            <a:r>
              <a:rPr lang="en-US" b="1" dirty="0" err="1"/>
              <a:t>LangChain</a:t>
            </a:r>
            <a:r>
              <a:rPr lang="en-US" b="1" dirty="0"/>
              <a:t>)</a:t>
            </a:r>
            <a:r>
              <a:rPr lang="en-US" dirty="0"/>
              <a:t>: Generate dense transformer-based semantic embeddings for accurate similarity retrieval.</a:t>
            </a:r>
          </a:p>
          <a:p>
            <a:pPr marL="0" indent="0">
              <a:buNone/>
            </a:pPr>
            <a:r>
              <a:rPr lang="en-US" b="1" dirty="0"/>
              <a:t> Vector Database</a:t>
            </a:r>
          </a:p>
          <a:p>
            <a:pPr lvl="1"/>
            <a:r>
              <a:rPr lang="en-US" b="1" dirty="0"/>
              <a:t>Chroma (</a:t>
            </a:r>
            <a:r>
              <a:rPr lang="en-US" b="1" dirty="0" err="1"/>
              <a:t>LangChain</a:t>
            </a:r>
            <a:r>
              <a:rPr lang="en-US" b="1" dirty="0"/>
              <a:t> integration)</a:t>
            </a:r>
            <a:r>
              <a:rPr lang="en-US" dirty="0"/>
              <a:t>: Provides a lightweight, efficient vector store for fast similarity search in the RAG system.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82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9D92DF-19F6-321A-FA90-DDDD2BFF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83" y="1085680"/>
            <a:ext cx="4311438" cy="2200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BEC3DF-87B7-526B-6362-4968AF58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727" y="1085680"/>
            <a:ext cx="4168501" cy="1044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BA278-E61D-B514-7702-65507CCEE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83" y="4173271"/>
            <a:ext cx="4328535" cy="237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F29F86-6EE0-7E18-FD36-D74C459F9AAC}"/>
              </a:ext>
            </a:extLst>
          </p:cNvPr>
          <p:cNvSpPr txBox="1"/>
          <p:nvPr/>
        </p:nvSpPr>
        <p:spPr>
          <a:xfrm>
            <a:off x="636983" y="580610"/>
            <a:ext cx="266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Loading the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537F3-8743-7122-D794-648F6766F6E4}"/>
              </a:ext>
            </a:extLst>
          </p:cNvPr>
          <p:cNvSpPr txBox="1"/>
          <p:nvPr/>
        </p:nvSpPr>
        <p:spPr>
          <a:xfrm>
            <a:off x="5592495" y="587913"/>
            <a:ext cx="266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Chunking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6D4A7-58D3-D025-E217-5F737406BBFF}"/>
              </a:ext>
            </a:extLst>
          </p:cNvPr>
          <p:cNvSpPr txBox="1"/>
          <p:nvPr/>
        </p:nvSpPr>
        <p:spPr>
          <a:xfrm>
            <a:off x="538175" y="3707322"/>
            <a:ext cx="383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 and Vector DB Storage</a:t>
            </a:r>
          </a:p>
        </p:txBody>
      </p:sp>
    </p:spTree>
    <p:extLst>
      <p:ext uri="{BB962C8B-B14F-4D97-AF65-F5344CB8AC3E}">
        <p14:creationId xmlns:p14="http://schemas.microsoft.com/office/powerpoint/2010/main" val="115211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4511-F759-1072-1CDE-CC56EA66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EFF27-97A3-BFCE-744C-76B9E15A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Similarity Search</a:t>
            </a:r>
          </a:p>
          <a:p>
            <a:pPr lvl="1"/>
            <a:r>
              <a:rPr lang="en-US" b="1" dirty="0"/>
              <a:t>Cosine similarity </a:t>
            </a:r>
            <a:r>
              <a:rPr lang="en-US" dirty="0"/>
              <a:t>: Identifies semantically closest chunks in high-dimensional vector space.</a:t>
            </a:r>
          </a:p>
          <a:p>
            <a:pPr marL="0" indent="0">
              <a:buNone/>
            </a:pPr>
            <a:r>
              <a:rPr lang="en-US" b="1" dirty="0"/>
              <a:t>Relevance Filtering</a:t>
            </a:r>
          </a:p>
          <a:p>
            <a:pPr lvl="1"/>
            <a:r>
              <a:rPr lang="en-US" b="1" dirty="0"/>
              <a:t>Score threshold = 0.4 (Top-K = 5)</a:t>
            </a:r>
            <a:r>
              <a:rPr lang="en-US" dirty="0"/>
              <a:t>: Filters low-confidence matches to reduce noise and hallucinations.</a:t>
            </a:r>
          </a:p>
          <a:p>
            <a:pPr marL="0" indent="0">
              <a:buNone/>
            </a:pPr>
            <a:r>
              <a:rPr lang="en-US" b="1" dirty="0"/>
              <a:t>Context Augmentation</a:t>
            </a:r>
          </a:p>
          <a:p>
            <a:pPr lvl="1"/>
            <a:r>
              <a:rPr lang="en-US" b="1" dirty="0"/>
              <a:t>Concatenation of retrieved chunks</a:t>
            </a:r>
            <a:r>
              <a:rPr lang="en-US" dirty="0"/>
              <a:t>: Injects relevant document context into the prompt for grounded responses.</a:t>
            </a:r>
          </a:p>
          <a:p>
            <a:pPr marL="0" indent="0">
              <a:buNone/>
            </a:pPr>
            <a:r>
              <a:rPr lang="en-US" b="1" dirty="0"/>
              <a:t>Prompt Control</a:t>
            </a:r>
          </a:p>
          <a:p>
            <a:pPr lvl="1"/>
            <a:r>
              <a:rPr lang="en-US" b="1" dirty="0"/>
              <a:t>Strict context-only prompt</a:t>
            </a:r>
            <a:r>
              <a:rPr lang="en-US" dirty="0"/>
              <a:t>: Forces the LLM to answer solely from retrieved content or respond with </a:t>
            </a:r>
            <a:r>
              <a:rPr lang="en-US" i="1" dirty="0"/>
              <a:t>“I don’t know”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Response Generation</a:t>
            </a:r>
          </a:p>
          <a:p>
            <a:pPr lvl="1"/>
            <a:r>
              <a:rPr lang="en-US" b="1" dirty="0" err="1"/>
              <a:t>TinyLLaMA</a:t>
            </a:r>
            <a:r>
              <a:rPr lang="en-US" b="1" dirty="0"/>
              <a:t> via </a:t>
            </a:r>
            <a:r>
              <a:rPr lang="en-US" b="1" dirty="0" err="1"/>
              <a:t>LlamaCpp</a:t>
            </a:r>
            <a:r>
              <a:rPr lang="en-US" b="1" dirty="0"/>
              <a:t> (local inference)</a:t>
            </a:r>
            <a:r>
              <a:rPr lang="en-US" dirty="0"/>
              <a:t>: Generates low-latency, privacy-preserving answers using augmented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9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C555B-B491-7EE7-84E3-D56E60FE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49" y="1597291"/>
            <a:ext cx="3581710" cy="1432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B3C34B-6629-65B2-AB70-DC93F2CF8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084" y="1505843"/>
            <a:ext cx="4557155" cy="1615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82691-EA02-C86B-F273-7C73667DA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49" y="3828026"/>
            <a:ext cx="4246429" cy="2459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A0E521-F0F0-7D1D-7553-B033A02AE044}"/>
              </a:ext>
            </a:extLst>
          </p:cNvPr>
          <p:cNvSpPr txBox="1"/>
          <p:nvPr/>
        </p:nvSpPr>
        <p:spPr>
          <a:xfrm>
            <a:off x="524686" y="1123077"/>
            <a:ext cx="3787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Retriever: with score threshold 0.4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3154A-4C31-6231-4B02-55DE503E9EFB}"/>
              </a:ext>
            </a:extLst>
          </p:cNvPr>
          <p:cNvSpPr txBox="1"/>
          <p:nvPr/>
        </p:nvSpPr>
        <p:spPr>
          <a:xfrm>
            <a:off x="5289756" y="10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LLM Initialization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D0A73-7890-F1B7-40C3-EF0546A01A26}"/>
              </a:ext>
            </a:extLst>
          </p:cNvPr>
          <p:cNvSpPr txBox="1"/>
          <p:nvPr/>
        </p:nvSpPr>
        <p:spPr>
          <a:xfrm>
            <a:off x="524686" y="3317753"/>
            <a:ext cx="4765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Context Augmentation and  Prompt Control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97C8F2-B3F8-77D5-DA0E-18EA8D95D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084" y="3741825"/>
            <a:ext cx="4765070" cy="28665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C5F2CC-9691-9355-2C06-9C9CA8F45023}"/>
              </a:ext>
            </a:extLst>
          </p:cNvPr>
          <p:cNvSpPr txBox="1"/>
          <p:nvPr/>
        </p:nvSpPr>
        <p:spPr>
          <a:xfrm>
            <a:off x="5261126" y="3345123"/>
            <a:ext cx="4765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 Generation along with Source details</a:t>
            </a:r>
          </a:p>
        </p:txBody>
      </p:sp>
    </p:spTree>
    <p:extLst>
      <p:ext uri="{BB962C8B-B14F-4D97-AF65-F5344CB8AC3E}">
        <p14:creationId xmlns:p14="http://schemas.microsoft.com/office/powerpoint/2010/main" val="3447006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DD3D-BCE2-145B-541D-B82A7A6A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38" y="208415"/>
            <a:ext cx="10287421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BB155-9E92-8546-8214-D5F186627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39" y="2341288"/>
            <a:ext cx="4943819" cy="2733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4FA2A0-8421-D509-04D2-0FC533B79B64}"/>
              </a:ext>
            </a:extLst>
          </p:cNvPr>
          <p:cNvSpPr txBox="1"/>
          <p:nvPr/>
        </p:nvSpPr>
        <p:spPr>
          <a:xfrm>
            <a:off x="312752" y="1587639"/>
            <a:ext cx="477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Generation for User Query with Source of the document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D7044-D6F9-4493-5F61-0D18E49F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362" y="2341288"/>
            <a:ext cx="5842849" cy="15976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46B995-BCE4-C834-7EB0-502A73FCFED0}"/>
              </a:ext>
            </a:extLst>
          </p:cNvPr>
          <p:cNvSpPr txBox="1"/>
          <p:nvPr/>
        </p:nvSpPr>
        <p:spPr>
          <a:xfrm>
            <a:off x="5723700" y="1587638"/>
            <a:ext cx="477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Generation for User Query which is out of context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F8EB886-04BE-2277-75BD-FFADE996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32" y="5270361"/>
            <a:ext cx="106872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assistant correctly answers questions when the answer exists in the retrieved 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answer is not in the context,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responds with “I don’t know”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avoiding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shows that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pipeline is working as intended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reliably grounding responses in source documents.</a:t>
            </a:r>
          </a:p>
        </p:txBody>
      </p:sp>
    </p:spTree>
    <p:extLst>
      <p:ext uri="{BB962C8B-B14F-4D97-AF65-F5344CB8AC3E}">
        <p14:creationId xmlns:p14="http://schemas.microsoft.com/office/powerpoint/2010/main" val="419097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07A0-0A44-CC79-FCFA-1B1FA242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E6543E-E335-60A0-1E0B-661E014A1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0559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designed and implemented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Retrieval-Augmented Generation (RAG)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 chunking and sentence-transformer 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accurate semantic retrieval from unstructured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Chroma vector database with cosine similarity and threshold-based filtering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retrieve high-quality, relevant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TinyLLaMA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LlamaCpp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generate grounded, context-aware responses while minimizing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efficient, scalable, and privacy-preserving RAG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suitable for real-world document question-answering tasks.</a:t>
            </a:r>
          </a:p>
        </p:txBody>
      </p:sp>
    </p:spTree>
    <p:extLst>
      <p:ext uri="{BB962C8B-B14F-4D97-AF65-F5344CB8AC3E}">
        <p14:creationId xmlns:p14="http://schemas.microsoft.com/office/powerpoint/2010/main" val="4278533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44568-5FC0-5B88-6339-31A9A1D7538A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696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521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Knowledge Assistant using RAG</vt:lpstr>
      <vt:lpstr>Table of Contents</vt:lpstr>
      <vt:lpstr>Problem Statement</vt:lpstr>
      <vt:lpstr>Why RAG?</vt:lpstr>
      <vt:lpstr>Approach</vt:lpstr>
      <vt:lpstr>Ingestion Pipeline</vt:lpstr>
      <vt:lpstr>PowerPoint Presentation</vt:lpstr>
      <vt:lpstr>Retrieval Pipeline</vt:lpstr>
      <vt:lpstr>PowerPoint Presentation</vt:lpstr>
      <vt:lpstr>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 Lakshmananashok</dc:creator>
  <cp:lastModifiedBy>Sindhu Lakshmananashok</cp:lastModifiedBy>
  <cp:revision>1</cp:revision>
  <dcterms:created xsi:type="dcterms:W3CDTF">2026-01-21T04:14:09Z</dcterms:created>
  <dcterms:modified xsi:type="dcterms:W3CDTF">2026-01-21T05:54:34Z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508828-8719-4759-be0e-c3b376cd85fe_Enabled">
    <vt:lpwstr>true</vt:lpwstr>
  </property>
  <property fmtid="{D5CDD505-2E9C-101B-9397-08002B2CF9AE}" pid="3" name="MSIP_Label_be508828-8719-4759-be0e-c3b376cd85fe_SetDate">
    <vt:lpwstr>2026-01-21T05:20:56Z</vt:lpwstr>
  </property>
  <property fmtid="{D5CDD505-2E9C-101B-9397-08002B2CF9AE}" pid="4" name="MSIP_Label_be508828-8719-4759-be0e-c3b376cd85fe_Method">
    <vt:lpwstr>Standard</vt:lpwstr>
  </property>
  <property fmtid="{D5CDD505-2E9C-101B-9397-08002B2CF9AE}" pid="5" name="MSIP_Label_be508828-8719-4759-be0e-c3b376cd85fe_Name">
    <vt:lpwstr>Internal</vt:lpwstr>
  </property>
  <property fmtid="{D5CDD505-2E9C-101B-9397-08002B2CF9AE}" pid="6" name="MSIP_Label_be508828-8719-4759-be0e-c3b376cd85fe_SiteId">
    <vt:lpwstr>52fdccfd-9751-451a-b34f-9d3be8f41be7</vt:lpwstr>
  </property>
  <property fmtid="{D5CDD505-2E9C-101B-9397-08002B2CF9AE}" pid="7" name="MSIP_Label_be508828-8719-4759-be0e-c3b376cd85fe_ActionId">
    <vt:lpwstr>3b42af33-4f4c-4c54-99ab-1aa28ed8dac0</vt:lpwstr>
  </property>
  <property fmtid="{D5CDD505-2E9C-101B-9397-08002B2CF9AE}" pid="8" name="MSIP_Label_be508828-8719-4759-be0e-c3b376cd85fe_ContentBits">
    <vt:lpwstr>0</vt:lpwstr>
  </property>
  <property fmtid="{D5CDD505-2E9C-101B-9397-08002B2CF9AE}" pid="9" name="MSIP_Label_be508828-8719-4759-be0e-c3b376cd85fe_Tag">
    <vt:lpwstr>10, 3, 0, 1</vt:lpwstr>
  </property>
</Properties>
</file>